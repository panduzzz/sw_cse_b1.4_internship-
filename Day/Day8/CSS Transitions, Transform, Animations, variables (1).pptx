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3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6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86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1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1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20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7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8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963610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5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BE2C-8237-A4AA-C1D9-078F5DBD7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5913"/>
            <a:ext cx="9144000" cy="2387600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CSS Transitions, Transform, Animations, and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70470-81B4-0DCD-2E48-D5E96E07D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8313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/>
              <a:t>To build highly engaging, performant user interfaces by combining dynamic design tokens with seamless, hardware-accelerated movement and spatial interactions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6017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588F-6E75-A6DA-6692-5D43B90E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121B-44AA-1D55-51E7-3AF357D2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Transitions let a CSS property change smoothly from one value to another instead of switching instantly. </a:t>
            </a:r>
          </a:p>
          <a:p>
            <a:r>
              <a:rPr lang="en-US" dirty="0"/>
              <a:t>They are usually triggered by a state change like :hover, :focus, or a class change.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44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7CC0-C1D5-368F-AA70-DD920662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70C8-3C60-28E7-FC77-26D01EF5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A867-794D-9256-BB39-65E08B660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.box {</a:t>
            </a:r>
          </a:p>
          <a:p>
            <a:pPr marL="573088" indent="0">
              <a:buNone/>
            </a:pPr>
            <a:r>
              <a:rPr lang="en-US" dirty="0"/>
              <a:t>  background: </a:t>
            </a:r>
            <a:r>
              <a:rPr lang="en-US" dirty="0" err="1"/>
              <a:t>steelblue</a:t>
            </a:r>
            <a:r>
              <a:rPr lang="en-US" dirty="0"/>
              <a:t>;</a:t>
            </a:r>
          </a:p>
          <a:p>
            <a:pPr marL="573088" indent="0">
              <a:buNone/>
            </a:pPr>
            <a:r>
              <a:rPr lang="en-US" dirty="0"/>
              <a:t>  transition: background-color 0.3s ease;</a:t>
            </a:r>
          </a:p>
          <a:p>
            <a:pPr marL="573088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.</a:t>
            </a:r>
            <a:r>
              <a:rPr lang="en-US" dirty="0" err="1"/>
              <a:t>box:hover</a:t>
            </a:r>
            <a:r>
              <a:rPr lang="en-US" dirty="0"/>
              <a:t> {</a:t>
            </a:r>
          </a:p>
          <a:p>
            <a:pPr marL="573088" indent="0">
              <a:buNone/>
            </a:pPr>
            <a:r>
              <a:rPr lang="en-US" dirty="0"/>
              <a:t>  background: tomato;</a:t>
            </a:r>
          </a:p>
          <a:p>
            <a:pPr marL="573088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Common shorthand</a:t>
            </a:r>
            <a:r>
              <a:rPr lang="en-US"/>
              <a:t>: transition</a:t>
            </a:r>
            <a:r>
              <a:rPr lang="en-US" dirty="0"/>
              <a:t>: background-color 0.3s ease;</a:t>
            </a:r>
          </a:p>
        </p:txBody>
      </p:sp>
    </p:spTree>
    <p:extLst>
      <p:ext uri="{BB962C8B-B14F-4D97-AF65-F5344CB8AC3E}">
        <p14:creationId xmlns:p14="http://schemas.microsoft.com/office/powerpoint/2010/main" val="156304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1D85-8B59-5998-69D5-313BFBD84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8C45-5D48-CDD5-D0DF-2EF5BCE6E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49845-012D-EE39-1DC1-3F3920BA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it does</a:t>
            </a:r>
          </a:p>
          <a:p>
            <a:pPr lvl="1"/>
            <a:r>
              <a:rPr lang="en-US" dirty="0"/>
              <a:t>transition-property: which property changes smoothly.</a:t>
            </a:r>
          </a:p>
          <a:p>
            <a:pPr lvl="1"/>
            <a:r>
              <a:rPr lang="en-US" dirty="0"/>
              <a:t>transition-duration: how long the change takes.</a:t>
            </a:r>
          </a:p>
          <a:p>
            <a:pPr lvl="1"/>
            <a:r>
              <a:rPr lang="en-US" dirty="0"/>
              <a:t>transition-timing-function: how the speed changes over time.</a:t>
            </a:r>
          </a:p>
          <a:p>
            <a:pPr lvl="1"/>
            <a:r>
              <a:rPr lang="en-US" dirty="0"/>
              <a:t>transition-delay: wait time before the transition starts.</a:t>
            </a:r>
          </a:p>
        </p:txBody>
      </p:sp>
    </p:spTree>
    <p:extLst>
      <p:ext uri="{BB962C8B-B14F-4D97-AF65-F5344CB8AC3E}">
        <p14:creationId xmlns:p14="http://schemas.microsoft.com/office/powerpoint/2010/main" val="268204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EEED-05DB-DF7D-70CD-19F6BB7D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CA91-093D-04A0-261B-B44359443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Transforms change how an element is visually moved, rotated, </a:t>
            </a:r>
            <a:br>
              <a:rPr lang="en-US" dirty="0"/>
            </a:br>
            <a:r>
              <a:rPr lang="en-US" dirty="0"/>
              <a:t>resized, or skewed. They do not affect the normal document flow </a:t>
            </a:r>
            <a:br>
              <a:rPr lang="en-US" dirty="0"/>
            </a:br>
            <a:r>
              <a:rPr lang="en-US" dirty="0"/>
              <a:t>like layout properties do.</a:t>
            </a:r>
          </a:p>
          <a:p>
            <a:r>
              <a:rPr lang="en-US" dirty="0"/>
              <a:t>.box: hover {  transform: scale(1.1) rotate(5deg);}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25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32B6-DD10-D1E6-1CFE-6669D8E3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E563-BD5D-6B5E-78FB-E847A72F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AB41-E4C5-7084-ACF3-9CACACE2E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transform functions:</a:t>
            </a:r>
          </a:p>
          <a:p>
            <a:pPr lvl="1"/>
            <a:r>
              <a:rPr lang="en-IN" dirty="0"/>
              <a:t>translate(x, y) – move element.</a:t>
            </a:r>
          </a:p>
          <a:p>
            <a:pPr lvl="1"/>
            <a:r>
              <a:rPr lang="en-IN" dirty="0"/>
              <a:t>scale(x, y) – resize element.</a:t>
            </a:r>
          </a:p>
          <a:p>
            <a:pPr lvl="1"/>
            <a:r>
              <a:rPr lang="en-IN" dirty="0"/>
              <a:t>rotate(angle) – rotate element.</a:t>
            </a:r>
          </a:p>
          <a:p>
            <a:pPr lvl="1"/>
            <a:r>
              <a:rPr lang="en-IN" dirty="0"/>
              <a:t>skew(x-angle, y-angle) – tilt element.</a:t>
            </a:r>
          </a:p>
          <a:p>
            <a:pPr lvl="1"/>
            <a:r>
              <a:rPr lang="en-IN" dirty="0"/>
              <a:t>matrix() – advanced combination.</a:t>
            </a:r>
          </a:p>
          <a:p>
            <a:r>
              <a:rPr lang="en-IN" dirty="0"/>
              <a:t>Example: </a:t>
            </a:r>
            <a:r>
              <a:rPr lang="en-IN" dirty="0" err="1"/>
              <a:t>css.box</a:t>
            </a:r>
            <a:r>
              <a:rPr lang="en-IN" dirty="0"/>
              <a:t> {  transform: </a:t>
            </a:r>
            <a:r>
              <a:rPr lang="en-IN" dirty="0" err="1"/>
              <a:t>translateX</a:t>
            </a:r>
            <a:r>
              <a:rPr lang="en-IN" dirty="0"/>
              <a:t>(20px);}</a:t>
            </a:r>
          </a:p>
        </p:txBody>
      </p:sp>
    </p:spTree>
    <p:extLst>
      <p:ext uri="{BB962C8B-B14F-4D97-AF65-F5344CB8AC3E}">
        <p14:creationId xmlns:p14="http://schemas.microsoft.com/office/powerpoint/2010/main" val="124606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85EE-D213-16A8-732A-6DBE5A4B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D5089-BE57-9B8B-046B-AB5CEDE2B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Animations let you define multi-step motion using @keyframes. They are useful when you want an effect to run automatically, not just on hover.</a:t>
            </a:r>
          </a:p>
          <a:p>
            <a:r>
              <a:rPr lang="en-IN" dirty="0"/>
              <a:t>@keyframes pulse {  </a:t>
            </a:r>
            <a:br>
              <a:rPr lang="en-IN" dirty="0"/>
            </a:br>
            <a:r>
              <a:rPr lang="en-IN" dirty="0"/>
              <a:t>0% { transform: scale(1); }  </a:t>
            </a:r>
            <a:br>
              <a:rPr lang="en-IN" dirty="0"/>
            </a:br>
            <a:r>
              <a:rPr lang="en-IN" dirty="0"/>
              <a:t>50% { transform: scale(1.1); }  </a:t>
            </a:r>
            <a:br>
              <a:rPr lang="en-IN" dirty="0"/>
            </a:br>
            <a:r>
              <a:rPr lang="en-IN" dirty="0"/>
              <a:t>100% { transform: scale(1); }}</a:t>
            </a:r>
            <a:br>
              <a:rPr lang="en-IN" dirty="0"/>
            </a:br>
            <a:r>
              <a:rPr lang="en-IN" dirty="0"/>
              <a:t>.box {  animation: pulse 1s infinite;}</a:t>
            </a:r>
          </a:p>
        </p:txBody>
      </p:sp>
    </p:spTree>
    <p:extLst>
      <p:ext uri="{BB962C8B-B14F-4D97-AF65-F5344CB8AC3E}">
        <p14:creationId xmlns:p14="http://schemas.microsoft.com/office/powerpoint/2010/main" val="315495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446A-ED8D-963B-ABC0-329621FC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E9A2-C2A8-76BF-AA20-BDCF88CC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CBBE4-8613-D97E-C04D-7B06114B2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parts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dirty="0">
                <a:latin typeface="IBM Plex Sans" panose="020B0503050203000203" pitchFamily="34" charset="0"/>
              </a:rPr>
              <a:t>@keyframes defines the steps.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animation-name names the animation.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animation-duration sets the speed.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animation-iteration-count controls repetition.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animation-timing-function controls pacing.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animation-direction controls playback direction.</a:t>
            </a:r>
          </a:p>
          <a:p>
            <a:r>
              <a:rPr lang="en-US" dirty="0"/>
              <a:t>animation: pulse 1s infinite ease-in-out;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14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91DC-3FEA-D3FF-A41B-DC3F4BAD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86B2-172D-B2C1-718B-8C6ED83A3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Variables, also called custom properties, let you store reusable values and use them throughout your CSS. </a:t>
            </a:r>
          </a:p>
          <a:p>
            <a:r>
              <a:rPr lang="en-US" dirty="0"/>
              <a:t>They make it easier to keep your styles consistent and update them in one place.</a:t>
            </a:r>
          </a:p>
          <a:p>
            <a:r>
              <a:rPr lang="en-US" b="0" dirty="0">
                <a:latin typeface="IBM Plex Sans" panose="020B0503050203000203" pitchFamily="34" charset="0"/>
              </a:rPr>
              <a:t>:root {  --main-color: </a:t>
            </a:r>
            <a:r>
              <a:rPr lang="en-US" b="0" dirty="0" err="1">
                <a:latin typeface="IBM Plex Sans" panose="020B0503050203000203" pitchFamily="34" charset="0"/>
              </a:rPr>
              <a:t>steelblue</a:t>
            </a:r>
            <a:r>
              <a:rPr lang="en-US" b="0" dirty="0">
                <a:latin typeface="IBM Plex Sans" panose="020B0503050203000203" pitchFamily="34" charset="0"/>
              </a:rPr>
              <a:t>;  --padding-size: 16px;}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.box {  background: var(--main-color);  padding: var(--padding-size);}</a:t>
            </a:r>
            <a:endParaRPr lang="en-IN" b="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25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4402-8974-2FAD-E0A7-78E507E2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623E-6050-703C-2349-3217DC88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69647-78B1-5778-E827-0F57450D4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Notes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Variables usually start with --.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They are accessed using var(--name).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:root is a good place to define global variables.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They can be overridden in a specific component or section.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Example override: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 err="1">
                <a:latin typeface="IBM Plex Sans" panose="020B0503050203000203" pitchFamily="34" charset="0"/>
              </a:rPr>
              <a:t>css.card</a:t>
            </a:r>
            <a:r>
              <a:rPr lang="en-US" b="0" dirty="0">
                <a:latin typeface="IBM Plex Sans" panose="020B0503050203000203" pitchFamily="34" charset="0"/>
              </a:rPr>
              <a:t> {  --main-color: tomato;  background: var(--main-color);}</a:t>
            </a:r>
            <a:endParaRPr lang="en-IN" b="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40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0F7D6E-AC1D-0FCB-295F-0923FC2F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3088" indent="0" algn="ctr">
              <a:buNone/>
            </a:pPr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089352955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50</TotalTime>
  <Words>511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IBM Plex Sans</vt:lpstr>
      <vt:lpstr>Quicksand</vt:lpstr>
      <vt:lpstr>ABC Final Theme</vt:lpstr>
      <vt:lpstr>CSS Transitions, Transform, Animations, and Variables</vt:lpstr>
      <vt:lpstr>Transitions</vt:lpstr>
      <vt:lpstr>Transitions</vt:lpstr>
      <vt:lpstr>Transitions</vt:lpstr>
      <vt:lpstr>Transform</vt:lpstr>
      <vt:lpstr>Transform</vt:lpstr>
      <vt:lpstr>Animations</vt:lpstr>
      <vt:lpstr>Animations</vt:lpstr>
      <vt:lpstr>Variables</vt:lpstr>
      <vt:lpstr>Variables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2</cp:revision>
  <dcterms:created xsi:type="dcterms:W3CDTF">2026-07-22T01:23:13Z</dcterms:created>
  <dcterms:modified xsi:type="dcterms:W3CDTF">2026-07-22T05:05:22Z</dcterms:modified>
</cp:coreProperties>
</file>