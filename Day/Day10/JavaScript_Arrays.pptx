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9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4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3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7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8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4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5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60557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7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0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861B64-F9C1-8492-2073-E70D1DC98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JavaScript Arrays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D6B43E-0B01-4352-371D-A528597C9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array in JavaScript is an ordered collection of values stored under a single variable name.</a:t>
            </a:r>
          </a:p>
        </p:txBody>
      </p:sp>
    </p:spTree>
    <p:extLst>
      <p:ext uri="{BB962C8B-B14F-4D97-AF65-F5344CB8AC3E}">
        <p14:creationId xmlns:p14="http://schemas.microsoft.com/office/powerpoint/2010/main" val="12952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2AB186-B306-75D9-3336-CF13F4FA9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Arrays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68F07A-2936-35E3-D9B8-84F159840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Arrays can hold numbers, strings, objects, arrays, functions, etc.</a:t>
            </a:r>
          </a:p>
          <a:p>
            <a:r>
              <a:rPr lang="en-US" dirty="0"/>
              <a:t>1. Creating arrays</a:t>
            </a:r>
          </a:p>
          <a:p>
            <a:pPr lvl="1"/>
            <a:r>
              <a:rPr lang="en-US" dirty="0"/>
              <a:t>Array literal:</a:t>
            </a:r>
          </a:p>
          <a:p>
            <a:pPr lvl="1"/>
            <a:r>
              <a:rPr lang="en-US" dirty="0"/>
              <a:t>const numbers = [1,2,3,4,5];</a:t>
            </a:r>
          </a:p>
          <a:p>
            <a:pPr lvl="1"/>
            <a:r>
              <a:rPr lang="en-US" dirty="0"/>
              <a:t>const mixed = [1,"hello",true,null,{</a:t>
            </a:r>
            <a:r>
              <a:rPr lang="en-US" dirty="0" err="1"/>
              <a:t>name:"Asha</a:t>
            </a:r>
            <a:r>
              <a:rPr lang="en-US" dirty="0"/>
              <a:t>"}];</a:t>
            </a:r>
          </a:p>
          <a:p>
            <a:r>
              <a:rPr lang="en-US" dirty="0"/>
              <a:t>Using Array constructor:</a:t>
            </a:r>
          </a:p>
          <a:p>
            <a:pPr lvl="1"/>
            <a:r>
              <a:rPr lang="en-US" dirty="0"/>
              <a:t>const arr1 = new Array(1,2,3);</a:t>
            </a:r>
          </a:p>
          <a:p>
            <a:pPr lvl="1"/>
            <a:r>
              <a:rPr lang="en-US" dirty="0"/>
              <a:t>const arr2 = new Array(5);</a:t>
            </a:r>
          </a:p>
          <a:p>
            <a:r>
              <a:rPr lang="en-US" dirty="0"/>
              <a:t>Empty array:</a:t>
            </a:r>
          </a:p>
          <a:p>
            <a:pPr lvl="1"/>
            <a:r>
              <a:rPr lang="en-US" dirty="0"/>
              <a:t>const empty = [];	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218EF-2789-12F8-320F-923A2C43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&amp; Updating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F2D2BC-55ED-AFAB-3A05-421C44757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3088" indent="0">
              <a:buNone/>
            </a:pPr>
            <a:r>
              <a:rPr lang="en-IN" dirty="0"/>
              <a:t>2. Accessing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fruits=["</a:t>
            </a:r>
            <a:r>
              <a:rPr lang="en-IN" dirty="0" err="1"/>
              <a:t>apple","banana","cherry</a:t>
            </a:r>
            <a:r>
              <a:rPr lang="en-IN" dirty="0"/>
              <a:t>"];</a:t>
            </a:r>
          </a:p>
          <a:p>
            <a:pPr lvl="1"/>
            <a:r>
              <a:rPr lang="en-IN" dirty="0"/>
              <a:t>console.log(fruits[0]);</a:t>
            </a:r>
          </a:p>
          <a:p>
            <a:pPr lvl="1"/>
            <a:r>
              <a:rPr lang="en-IN" dirty="0"/>
              <a:t>console.log(fruits[2]);</a:t>
            </a:r>
          </a:p>
          <a:p>
            <a:pPr lvl="1"/>
            <a:r>
              <a:rPr lang="en-IN" dirty="0"/>
              <a:t>console.log(fruits[3]);</a:t>
            </a:r>
          </a:p>
          <a:p>
            <a:pPr lvl="1"/>
            <a:r>
              <a:rPr lang="en-IN" dirty="0"/>
              <a:t>console.log(fruits.at(-1));</a:t>
            </a:r>
          </a:p>
          <a:p>
            <a:pPr marL="573088" indent="0">
              <a:buNone/>
            </a:pPr>
            <a:r>
              <a:rPr lang="en-IN" dirty="0"/>
              <a:t>3. Updating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=[10,20,30];</a:t>
            </a:r>
          </a:p>
          <a:p>
            <a:pPr lvl="1"/>
            <a:r>
              <a:rPr lang="en-IN" dirty="0" err="1"/>
              <a:t>nums</a:t>
            </a:r>
            <a:r>
              <a:rPr lang="en-IN" dirty="0"/>
              <a:t>[1]=25;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=[1,2,3];</a:t>
            </a:r>
          </a:p>
          <a:p>
            <a:pPr lvl="1"/>
            <a:r>
              <a:rPr lang="en-IN" dirty="0" err="1"/>
              <a:t>arr</a:t>
            </a:r>
            <a:r>
              <a:rPr lang="en-IN" dirty="0"/>
              <a:t>[0]=99;</a:t>
            </a:r>
          </a:p>
          <a:p>
            <a:pPr lvl="1"/>
            <a:r>
              <a:rPr lang="en-IN" dirty="0"/>
              <a:t>// </a:t>
            </a:r>
            <a:r>
              <a:rPr lang="en-IN" dirty="0" err="1"/>
              <a:t>arr</a:t>
            </a:r>
            <a:r>
              <a:rPr lang="en-IN" dirty="0"/>
              <a:t>=[4,5,6] not allowed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29FF-C0AC-0E38-3F4B-08EB34D1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Length &amp; Modification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4AB3D2-84EA-B8EF-D2E5-87645F0A4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3088" indent="0">
              <a:buNone/>
            </a:pPr>
            <a:r>
              <a:rPr lang="en-IN" dirty="0"/>
              <a:t>4. Array length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=[10,20,30];</a:t>
            </a:r>
          </a:p>
          <a:p>
            <a:pPr lvl="1"/>
            <a:r>
              <a:rPr lang="en-IN" dirty="0"/>
              <a:t>console.log(</a:t>
            </a:r>
            <a:r>
              <a:rPr lang="en-IN" dirty="0" err="1"/>
              <a:t>arr.length</a:t>
            </a:r>
            <a:r>
              <a:rPr lang="en-IN" dirty="0"/>
              <a:t>);</a:t>
            </a:r>
          </a:p>
          <a:p>
            <a:pPr lvl="1"/>
            <a:r>
              <a:rPr lang="en-IN" dirty="0" err="1"/>
              <a:t>arr.length</a:t>
            </a:r>
            <a:r>
              <a:rPr lang="en-IN" dirty="0"/>
              <a:t>=2;</a:t>
            </a:r>
          </a:p>
          <a:p>
            <a:pPr lvl="1"/>
            <a:r>
              <a:rPr lang="en-IN" dirty="0" err="1"/>
              <a:t>arr.length</a:t>
            </a:r>
            <a:r>
              <a:rPr lang="en-IN" dirty="0"/>
              <a:t>=5;</a:t>
            </a:r>
          </a:p>
          <a:p>
            <a:pPr marL="573088" indent="0">
              <a:buNone/>
            </a:pPr>
            <a:r>
              <a:rPr lang="en-IN" dirty="0"/>
              <a:t>5. Adding/removing</a:t>
            </a:r>
          </a:p>
          <a:p>
            <a:pPr lvl="1"/>
            <a:r>
              <a:rPr lang="en-IN" dirty="0"/>
              <a:t>push(), pop()</a:t>
            </a:r>
          </a:p>
          <a:p>
            <a:pPr lvl="1"/>
            <a:r>
              <a:rPr lang="en-IN" dirty="0"/>
              <a:t>unshift(), shift()</a:t>
            </a:r>
          </a:p>
          <a:p>
            <a:pPr lvl="1"/>
            <a:r>
              <a:rPr lang="en-IN" dirty="0"/>
              <a:t>splice()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colors</a:t>
            </a:r>
            <a:r>
              <a:rPr lang="en-IN" dirty="0"/>
              <a:t>=["</a:t>
            </a:r>
            <a:r>
              <a:rPr lang="en-IN" dirty="0" err="1"/>
              <a:t>red","green","blue","yellow</a:t>
            </a:r>
            <a:r>
              <a:rPr lang="en-IN" dirty="0"/>
              <a:t>"];</a:t>
            </a:r>
          </a:p>
          <a:p>
            <a:pPr lvl="1"/>
            <a:r>
              <a:rPr lang="en-IN" dirty="0" err="1"/>
              <a:t>colors.splice</a:t>
            </a:r>
            <a:r>
              <a:rPr lang="en-IN" dirty="0"/>
              <a:t>(2,1);</a:t>
            </a:r>
          </a:p>
          <a:p>
            <a:pPr lvl="1"/>
            <a:r>
              <a:rPr lang="en-IN" dirty="0" err="1"/>
              <a:t>colors.splice</a:t>
            </a:r>
            <a:r>
              <a:rPr lang="en-IN" dirty="0"/>
              <a:t>(1,0,"orange","purple");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39C58-5EA6-16DE-D8E7-13C43C52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Copying &amp; Looping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A86D23-7970-73D8-2C3D-863F1B649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3088" indent="0">
              <a:buNone/>
            </a:pPr>
            <a:r>
              <a:rPr lang="en-US" dirty="0"/>
              <a:t>6. slice() and spread (...)</a:t>
            </a:r>
          </a:p>
          <a:p>
            <a:pPr lvl="1"/>
            <a:r>
              <a:rPr lang="en-US" dirty="0"/>
              <a:t>const part=</a:t>
            </a:r>
            <a:r>
              <a:rPr lang="en-US" dirty="0" err="1"/>
              <a:t>nums.slice</a:t>
            </a:r>
            <a:r>
              <a:rPr lang="en-US" dirty="0"/>
              <a:t>(1,4);</a:t>
            </a:r>
          </a:p>
          <a:p>
            <a:pPr lvl="1"/>
            <a:r>
              <a:rPr lang="en-US" dirty="0"/>
              <a:t>const copy=</a:t>
            </a:r>
            <a:r>
              <a:rPr lang="en-US" dirty="0" err="1"/>
              <a:t>nums.slice</a:t>
            </a:r>
            <a:r>
              <a:rPr lang="en-US" dirty="0"/>
              <a:t>();</a:t>
            </a:r>
          </a:p>
          <a:p>
            <a:pPr lvl="1"/>
            <a:r>
              <a:rPr lang="en-US" dirty="0"/>
              <a:t>const b=[...a,3,4];</a:t>
            </a:r>
          </a:p>
          <a:p>
            <a:pPr lvl="1"/>
            <a:r>
              <a:rPr lang="en-US" dirty="0"/>
              <a:t>const copy2=[...a];</a:t>
            </a:r>
          </a:p>
          <a:p>
            <a:pPr marL="573088" indent="0">
              <a:buNone/>
            </a:pPr>
            <a:r>
              <a:rPr lang="en-US" dirty="0"/>
              <a:t>7. Looping</a:t>
            </a:r>
          </a:p>
          <a:p>
            <a:pPr lvl="1"/>
            <a:r>
              <a:rPr lang="en-US" dirty="0"/>
              <a:t>for(...)</a:t>
            </a:r>
          </a:p>
          <a:p>
            <a:pPr lvl="1"/>
            <a:r>
              <a:rPr lang="en-US" dirty="0"/>
              <a:t>for...of</a:t>
            </a:r>
          </a:p>
          <a:p>
            <a:pPr lvl="1"/>
            <a:r>
              <a:rPr lang="en-US" dirty="0" err="1"/>
              <a:t>forEach</a:t>
            </a:r>
            <a:r>
              <a:rPr lang="en-US" dirty="0"/>
              <a:t>(...)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AA2AA7-B144-E9CE-ADB1-DC7BAD77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4844FB-1893-FD2A-50F0-97B46290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8. Searching</a:t>
            </a:r>
          </a:p>
          <a:p>
            <a:pPr lvl="1"/>
            <a:r>
              <a:rPr lang="en-US" dirty="0" err="1"/>
              <a:t>indexOf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lastIndexOf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includes()</a:t>
            </a:r>
          </a:p>
          <a:p>
            <a:pPr lvl="1"/>
            <a:r>
              <a:rPr lang="en-US" dirty="0"/>
              <a:t>find()</a:t>
            </a:r>
          </a:p>
          <a:p>
            <a:pPr lvl="1"/>
            <a:r>
              <a:rPr lang="en-US" dirty="0" err="1"/>
              <a:t>findIndex</a:t>
            </a:r>
            <a:r>
              <a:rPr lang="en-US" dirty="0"/>
              <a:t>()</a:t>
            </a:r>
          </a:p>
          <a:p>
            <a:r>
              <a:rPr lang="en-US" dirty="0"/>
              <a:t>Examples include users array with id/name lookup.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17052A-48FF-F55B-3DD7-2D5ED41D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Transforming Arrays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1C3B1-98BE-4115-937A-B0171426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9. map()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doubled=</a:t>
            </a:r>
            <a:r>
              <a:rPr lang="en-IN" dirty="0" err="1"/>
              <a:t>nums.map</a:t>
            </a:r>
            <a:r>
              <a:rPr lang="en-IN" dirty="0"/>
              <a:t>(n=&gt;n*2);</a:t>
            </a:r>
          </a:p>
          <a:p>
            <a:endParaRPr lang="en-IN" dirty="0"/>
          </a:p>
          <a:p>
            <a:r>
              <a:rPr lang="en-IN" dirty="0"/>
              <a:t>filter()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greaterThan10=</a:t>
            </a:r>
            <a:r>
              <a:rPr lang="en-IN" dirty="0" err="1"/>
              <a:t>numbers.filter</a:t>
            </a:r>
            <a:r>
              <a:rPr lang="en-IN" dirty="0"/>
              <a:t>(n=&gt;n&gt;10);</a:t>
            </a:r>
          </a:p>
          <a:p>
            <a:endParaRPr lang="en-IN" dirty="0"/>
          </a:p>
          <a:p>
            <a:r>
              <a:rPr lang="en-IN" dirty="0"/>
              <a:t>reduce()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sum=</a:t>
            </a:r>
            <a:r>
              <a:rPr lang="en-IN" dirty="0" err="1"/>
              <a:t>values.reduce</a:t>
            </a:r>
            <a:r>
              <a:rPr lang="en-IN" dirty="0"/>
              <a:t>((</a:t>
            </a:r>
            <a:r>
              <a:rPr lang="en-IN" dirty="0" err="1"/>
              <a:t>acc,curr</a:t>
            </a:r>
            <a:r>
              <a:rPr lang="en-IN" dirty="0"/>
              <a:t>)=&gt;acc+curr,0);</a:t>
            </a:r>
          </a:p>
          <a:p>
            <a:endParaRPr lang="en-IN" dirty="0"/>
          </a:p>
          <a:p>
            <a:r>
              <a:rPr lang="en-IN" dirty="0"/>
              <a:t>reduce can build objects and group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Checking conditions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357BD-DB99-4849-220A-9893B7F2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some – at least one element matches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[2, 4, 6, 7];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hasOdd</a:t>
            </a:r>
            <a:r>
              <a:rPr lang="en-IN" dirty="0"/>
              <a:t> = </a:t>
            </a:r>
            <a:r>
              <a:rPr lang="en-IN" dirty="0" err="1"/>
              <a:t>nums.some</a:t>
            </a:r>
            <a:r>
              <a:rPr lang="en-IN" dirty="0"/>
              <a:t>(n =&gt; n % 2 !== 0); // true</a:t>
            </a:r>
          </a:p>
          <a:p>
            <a:r>
              <a:rPr lang="en-IN" dirty="0"/>
              <a:t>every – all elements match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allEven</a:t>
            </a:r>
            <a:r>
              <a:rPr lang="en-IN" dirty="0"/>
              <a:t> = </a:t>
            </a:r>
            <a:r>
              <a:rPr lang="en-IN" dirty="0" err="1"/>
              <a:t>nums.every</a:t>
            </a:r>
            <a:r>
              <a:rPr lang="en-IN" dirty="0"/>
              <a:t>(n =&gt; n % 2 === 0); // false</a:t>
            </a:r>
          </a:p>
          <a:p>
            <a:pPr marL="572916" indent="0">
              <a:buNone/>
            </a:pPr>
            <a:r>
              <a:rPr lang="en-IN" dirty="0"/>
              <a:t>11. Sorting and reversing</a:t>
            </a:r>
          </a:p>
          <a:p>
            <a:r>
              <a:rPr lang="en-IN" dirty="0"/>
              <a:t>sort</a:t>
            </a:r>
          </a:p>
          <a:p>
            <a:r>
              <a:rPr lang="en-IN" dirty="0"/>
              <a:t>By default, sort converts elements to strings.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[10, 2, 5, 20];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52609-D4D5-9FB5-AB86-35716C68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N" dirty="0" err="1"/>
              <a:t>nums.sort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[10, 2, 20, 5] (lexicographic)</a:t>
            </a:r>
          </a:p>
          <a:p>
            <a:pPr lvl="1"/>
            <a:r>
              <a:rPr lang="en-IN" dirty="0"/>
              <a:t>For numbers, provide a compare function.</a:t>
            </a:r>
          </a:p>
          <a:p>
            <a:pPr lvl="1"/>
            <a:r>
              <a:rPr lang="en-IN" dirty="0" err="1"/>
              <a:t>nums.sort</a:t>
            </a:r>
            <a:r>
              <a:rPr lang="en-IN" dirty="0"/>
              <a:t>((a, b) =&gt; a - b);</a:t>
            </a:r>
          </a:p>
          <a:p>
            <a:pPr lvl="1"/>
            <a:r>
              <a:rPr lang="en-IN" dirty="0"/>
              <a:t>// [2, 5, 10, 20] ascending</a:t>
            </a:r>
          </a:p>
          <a:p>
            <a:pPr lvl="1"/>
            <a:r>
              <a:rPr lang="en-IN" dirty="0" err="1"/>
              <a:t>nums.sort</a:t>
            </a:r>
            <a:r>
              <a:rPr lang="en-IN" dirty="0"/>
              <a:t>((a, b) =&gt; b - a);</a:t>
            </a:r>
          </a:p>
          <a:p>
            <a:pPr lvl="1"/>
            <a:r>
              <a:rPr lang="en-IN" dirty="0"/>
              <a:t>// [20, 10, 5, 2] descending</a:t>
            </a:r>
          </a:p>
          <a:p>
            <a:r>
              <a:rPr lang="en-IN" dirty="0"/>
              <a:t>For strings: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names = ["Riya", "</a:t>
            </a:r>
            <a:r>
              <a:rPr lang="en-IN" dirty="0" err="1"/>
              <a:t>asha</a:t>
            </a:r>
            <a:r>
              <a:rPr lang="en-IN" dirty="0"/>
              <a:t>", "Neha"];</a:t>
            </a:r>
          </a:p>
          <a:p>
            <a:pPr lvl="1"/>
            <a:r>
              <a:rPr lang="en-IN" dirty="0" err="1"/>
              <a:t>names.sort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depends on case; often uppercase first</a:t>
            </a:r>
          </a:p>
          <a:p>
            <a:r>
              <a:rPr lang="en-IN" dirty="0"/>
              <a:t>You can normalize case in the compare function if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1DED5-CF47-A91E-A430-FDAD20A2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[1, 2, 3];</a:t>
            </a:r>
          </a:p>
          <a:p>
            <a:pPr lvl="1"/>
            <a:r>
              <a:rPr lang="en-IN" dirty="0" err="1"/>
              <a:t>arr.reverse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[3, 2, 1]</a:t>
            </a:r>
          </a:p>
          <a:p>
            <a:r>
              <a:rPr lang="en-IN" dirty="0"/>
              <a:t>Both sort and reverse mutate the original array.</a:t>
            </a:r>
          </a:p>
          <a:p>
            <a:r>
              <a:rPr lang="en-IN" dirty="0"/>
              <a:t>12. Joining and splitting</a:t>
            </a:r>
          </a:p>
          <a:p>
            <a:r>
              <a:rPr lang="en-IN" dirty="0"/>
              <a:t>join – array to string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["a", "b", "c"];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str1 = </a:t>
            </a:r>
            <a:r>
              <a:rPr lang="en-IN" dirty="0" err="1"/>
              <a:t>arr.join</a:t>
            </a:r>
            <a:r>
              <a:rPr lang="en-IN" dirty="0"/>
              <a:t>();      // "</a:t>
            </a:r>
            <a:r>
              <a:rPr lang="en-IN" dirty="0" err="1"/>
              <a:t>a,b,c</a:t>
            </a:r>
            <a:r>
              <a:rPr lang="en-IN" dirty="0"/>
              <a:t>"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str2 = </a:t>
            </a:r>
            <a:r>
              <a:rPr lang="en-IN" dirty="0" err="1"/>
              <a:t>arr.join</a:t>
            </a:r>
            <a:r>
              <a:rPr lang="en-IN" dirty="0"/>
              <a:t>(" - "); // "a - b - c"</a:t>
            </a:r>
          </a:p>
          <a:p>
            <a:r>
              <a:rPr lang="en-IN" dirty="0"/>
              <a:t>split – string to array</a:t>
            </a:r>
          </a:p>
          <a:p>
            <a:r>
              <a:rPr lang="en-IN" dirty="0" err="1"/>
              <a:t>const</a:t>
            </a:r>
            <a:r>
              <a:rPr lang="en-IN" dirty="0"/>
              <a:t> text = "</a:t>
            </a:r>
            <a:r>
              <a:rPr lang="en-IN" dirty="0" err="1"/>
              <a:t>apple,banana,cherry</a:t>
            </a:r>
            <a:r>
              <a:rPr lang="en-IN" dirty="0"/>
              <a:t>";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F50DE-D439-F56D-8E1C-12B6AC7D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fruits = </a:t>
            </a:r>
            <a:r>
              <a:rPr lang="en-IN" dirty="0" err="1"/>
              <a:t>text.split</a:t>
            </a:r>
            <a:r>
              <a:rPr lang="en-IN" dirty="0"/>
              <a:t>(",");</a:t>
            </a:r>
          </a:p>
          <a:p>
            <a:pPr lvl="1"/>
            <a:r>
              <a:rPr lang="en-IN" dirty="0"/>
              <a:t>// ["apple", "banana", "cherry"]</a:t>
            </a:r>
          </a:p>
          <a:p>
            <a:r>
              <a:rPr lang="en-IN" dirty="0"/>
              <a:t>13. Flattening nested arrays</a:t>
            </a:r>
          </a:p>
          <a:p>
            <a:r>
              <a:rPr lang="en-IN" dirty="0"/>
              <a:t>flat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nested = [1, [2, 3], [4, [5, 6]]];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flat1 = </a:t>
            </a:r>
            <a:r>
              <a:rPr lang="en-IN" dirty="0" err="1"/>
              <a:t>nested.flat</a:t>
            </a:r>
            <a:r>
              <a:rPr lang="en-IN" dirty="0"/>
              <a:t>();  // [1, 2, 3, 4, [5, 6]]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flat2 = </a:t>
            </a:r>
            <a:r>
              <a:rPr lang="en-IN" dirty="0" err="1"/>
              <a:t>nested.flat</a:t>
            </a:r>
            <a:r>
              <a:rPr lang="en-IN" dirty="0"/>
              <a:t>(2); // [1, 2, 3, 4, 5, 6]</a:t>
            </a:r>
          </a:p>
          <a:p>
            <a:r>
              <a:rPr lang="en-IN" dirty="0" err="1"/>
              <a:t>flatMap</a:t>
            </a:r>
            <a:r>
              <a:rPr lang="en-IN" dirty="0"/>
              <a:t> – map then flatten one level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sentences = ["hello world", "good morning"];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words = </a:t>
            </a:r>
            <a:r>
              <a:rPr lang="en-IN" dirty="0" err="1"/>
              <a:t>sentences.flatMap</a:t>
            </a:r>
            <a:r>
              <a:rPr lang="en-IN" dirty="0"/>
              <a:t>(s =&gt; </a:t>
            </a:r>
            <a:r>
              <a:rPr lang="en-IN" dirty="0" err="1"/>
              <a:t>s.split</a:t>
            </a:r>
            <a:r>
              <a:rPr lang="en-IN" dirty="0"/>
              <a:t>(" ")); // ["hello", "world", "good", "morning"]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14. Destructuring arrays *****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014CB-8FD0-03F7-C13B-7FE43F563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[a, b, c] = [10, 20, 30];</a:t>
            </a:r>
          </a:p>
          <a:p>
            <a:pPr lvl="1"/>
            <a:r>
              <a:rPr lang="en-IN" dirty="0"/>
              <a:t>console.log(a, b, c); // 10 20 30</a:t>
            </a:r>
          </a:p>
          <a:p>
            <a:r>
              <a:rPr lang="en-IN" dirty="0"/>
              <a:t>// skip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[x, , z] = [1, 2, 3]; // x = 1, z = 3</a:t>
            </a:r>
          </a:p>
          <a:p>
            <a:r>
              <a:rPr lang="en-IN" dirty="0"/>
              <a:t>// rest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[head, ...rest] = [1, 2, 3, 4]; // head = 1, rest = [2, 3, 4]</a:t>
            </a:r>
          </a:p>
          <a:p>
            <a:r>
              <a:rPr lang="en-IN" dirty="0"/>
              <a:t>// default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[p, q = 99] = [5]; // p = 5, q = 99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A7D1B-C754-EBA1-160F-9995B93E8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Nested </a:t>
            </a:r>
            <a:r>
              <a:rPr lang="en-US" dirty="0" err="1"/>
              <a:t>destructuring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const [first, [inner]] = [1, [2, 3]]; // first = 1, inner = 2</a:t>
            </a:r>
          </a:p>
          <a:p>
            <a:r>
              <a:rPr lang="en-US" dirty="0"/>
              <a:t>15. Spread and rest with arrays</a:t>
            </a:r>
          </a:p>
          <a:p>
            <a:r>
              <a:rPr lang="en-US" dirty="0"/>
              <a:t>Spread – expand array</a:t>
            </a:r>
          </a:p>
          <a:p>
            <a:pPr lvl="1"/>
            <a:r>
              <a:rPr lang="en-US" dirty="0"/>
              <a:t>const a = [1, 2];</a:t>
            </a:r>
          </a:p>
          <a:p>
            <a:pPr lvl="1"/>
            <a:r>
              <a:rPr lang="en-US" dirty="0"/>
              <a:t>const b = [3, 4];</a:t>
            </a:r>
          </a:p>
          <a:p>
            <a:pPr lvl="1"/>
            <a:r>
              <a:rPr lang="en-US" dirty="0"/>
              <a:t>const combined = [...a, ...b]; // [1, 2, 3, 4]</a:t>
            </a:r>
          </a:p>
          <a:p>
            <a:r>
              <a:rPr lang="en-US" dirty="0"/>
              <a:t>Useful in function calls:</a:t>
            </a:r>
          </a:p>
          <a:p>
            <a:pPr lvl="1"/>
            <a:r>
              <a:rPr lang="en-US" dirty="0"/>
              <a:t>function sum(x, y, z) {</a:t>
            </a:r>
          </a:p>
          <a:p>
            <a:pPr lvl="1"/>
            <a:r>
              <a:rPr lang="en-US" dirty="0"/>
              <a:t>return x + y + z;</a:t>
            </a:r>
          </a:p>
          <a:p>
            <a:pPr lvl="1">
              <a:defRPr sz="2000"/>
            </a:pPr>
            <a:r>
              <a:rPr lang="pt-BR" dirty="0"/>
              <a:t>}</a:t>
            </a:r>
          </a:p>
          <a:p>
            <a:pPr lvl="1">
              <a:defRPr sz="2000"/>
            </a:pPr>
            <a:r>
              <a:rPr lang="pt-BR" dirty="0"/>
              <a:t>const nums = [1, 2, 3];</a:t>
            </a:r>
          </a:p>
          <a:p>
            <a:pPr lvl="1">
              <a:defRPr sz="2000"/>
            </a:pPr>
            <a:r>
              <a:rPr lang="pt-BR" dirty="0"/>
              <a:t>console.log(sum(...nums)); // 6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ED5E-C39B-EDAB-223A-631369123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Rest – collect remaining elements</a:t>
            </a:r>
          </a:p>
          <a:p>
            <a:pPr marL="1029979" lvl="1" indent="0">
              <a:buNone/>
            </a:pPr>
            <a:r>
              <a:rPr lang="en-IN" dirty="0"/>
              <a:t>function </a:t>
            </a:r>
            <a:r>
              <a:rPr lang="en-IN" dirty="0" err="1"/>
              <a:t>firstAndRest</a:t>
            </a:r>
            <a:r>
              <a:rPr lang="en-IN" dirty="0"/>
              <a:t>(first, ...rest) {</a:t>
            </a:r>
          </a:p>
          <a:p>
            <a:pPr marL="1029979" lvl="1" indent="0">
              <a:buNone/>
            </a:pPr>
            <a:r>
              <a:rPr lang="en-IN" dirty="0"/>
              <a:t>console.log(first); // first element</a:t>
            </a:r>
          </a:p>
          <a:p>
            <a:pPr marL="1029979" lvl="1" indent="0">
              <a:buNone/>
            </a:pPr>
            <a:r>
              <a:rPr lang="en-IN" dirty="0"/>
              <a:t>console.log(rest);  // array of remaining elements</a:t>
            </a:r>
          </a:p>
          <a:p>
            <a:pPr marL="1029979" lvl="1" indent="0">
              <a:buNone/>
            </a:pPr>
            <a:r>
              <a:rPr lang="en-IN" dirty="0"/>
              <a:t>}</a:t>
            </a:r>
          </a:p>
          <a:p>
            <a:pPr marL="1029979" lvl="1" indent="0">
              <a:buNone/>
            </a:pPr>
            <a:r>
              <a:rPr lang="en-IN" dirty="0" err="1"/>
              <a:t>firstAndRest</a:t>
            </a:r>
            <a:r>
              <a:rPr lang="en-IN" dirty="0"/>
              <a:t>(1, 2, 3, 4);</a:t>
            </a:r>
          </a:p>
          <a:p>
            <a:r>
              <a:rPr lang="en-IN" dirty="0"/>
              <a:t>16. Mutating vs non-mutating methods</a:t>
            </a:r>
          </a:p>
          <a:p>
            <a:r>
              <a:rPr lang="en-IN" dirty="0"/>
              <a:t>Mutating (change original array)</a:t>
            </a:r>
          </a:p>
          <a:p>
            <a:pPr lvl="1"/>
            <a:r>
              <a:rPr lang="en-IN" dirty="0"/>
              <a:t>push, pop, shift, unshift</a:t>
            </a:r>
          </a:p>
          <a:p>
            <a:pPr lvl="1"/>
            <a:r>
              <a:rPr lang="en-US" dirty="0"/>
              <a:t>splice</a:t>
            </a:r>
          </a:p>
          <a:p>
            <a:pPr lvl="1"/>
            <a:r>
              <a:rPr lang="en-US" dirty="0"/>
              <a:t>sort, reverse</a:t>
            </a:r>
          </a:p>
          <a:p>
            <a:pPr lvl="1"/>
            <a:r>
              <a:rPr lang="en-US" dirty="0"/>
              <a:t>fill, </a:t>
            </a:r>
            <a:r>
              <a:rPr lang="en-US" dirty="0" err="1"/>
              <a:t>copyWithin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5522D-86BF-ED70-3078-02993C21F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Non-mutating (return new array/value, keep original)</a:t>
            </a:r>
          </a:p>
          <a:p>
            <a:pPr lvl="1"/>
            <a:r>
              <a:rPr lang="en-IN" dirty="0"/>
              <a:t>slice</a:t>
            </a:r>
          </a:p>
          <a:p>
            <a:pPr lvl="1"/>
            <a:r>
              <a:rPr lang="en-IN" dirty="0" err="1"/>
              <a:t>concat</a:t>
            </a:r>
            <a:r>
              <a:rPr lang="en-IN" dirty="0"/>
              <a:t> (older style merging)</a:t>
            </a:r>
          </a:p>
          <a:p>
            <a:pPr lvl="1"/>
            <a:r>
              <a:rPr lang="en-IN" dirty="0"/>
              <a:t>map, filter, reduce, </a:t>
            </a:r>
            <a:r>
              <a:rPr lang="en-IN" dirty="0" err="1"/>
              <a:t>flatMap</a:t>
            </a:r>
            <a:endParaRPr lang="en-IN" dirty="0"/>
          </a:p>
          <a:p>
            <a:pPr lvl="1"/>
            <a:r>
              <a:rPr lang="en-IN" dirty="0"/>
              <a:t>find, </a:t>
            </a:r>
            <a:r>
              <a:rPr lang="en-IN" dirty="0" err="1"/>
              <a:t>findIndex</a:t>
            </a:r>
            <a:r>
              <a:rPr lang="en-IN" dirty="0"/>
              <a:t>, some, every, includes</a:t>
            </a:r>
          </a:p>
          <a:p>
            <a:pPr lvl="1"/>
            <a:r>
              <a:rPr lang="en-IN" dirty="0"/>
              <a:t>join, </a:t>
            </a:r>
            <a:r>
              <a:rPr lang="en-IN" dirty="0" err="1"/>
              <a:t>toString</a:t>
            </a:r>
            <a:endParaRPr lang="en-IN" dirty="0"/>
          </a:p>
          <a:p>
            <a:r>
              <a:rPr lang="en-IN" dirty="0"/>
              <a:t>In modern code (and especially in React), prefer non-mutating patterns when deriving new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545F1-1385-6764-9978-783389AA5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17. Common utility patterns</a:t>
            </a:r>
          </a:p>
          <a:p>
            <a:r>
              <a:rPr lang="en-IN" dirty="0"/>
              <a:t>Sum of numbers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[1, 2, 3, 4];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sum = </a:t>
            </a:r>
            <a:r>
              <a:rPr lang="en-IN" dirty="0" err="1"/>
              <a:t>nums.reduce</a:t>
            </a:r>
            <a:r>
              <a:rPr lang="en-IN" dirty="0"/>
              <a:t>((</a:t>
            </a:r>
            <a:r>
              <a:rPr lang="en-IN" dirty="0" err="1"/>
              <a:t>acc</a:t>
            </a:r>
            <a:r>
              <a:rPr lang="en-IN" dirty="0"/>
              <a:t>, n) =&gt; </a:t>
            </a:r>
            <a:r>
              <a:rPr lang="en-IN" dirty="0" err="1"/>
              <a:t>acc</a:t>
            </a:r>
            <a:r>
              <a:rPr lang="en-IN" dirty="0"/>
              <a:t> + n, 0);</a:t>
            </a:r>
          </a:p>
          <a:p>
            <a:r>
              <a:rPr lang="en-IN" dirty="0"/>
              <a:t>Unique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[1, 2, 2, 3, 3, 4];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unique = [...new Set(</a:t>
            </a:r>
            <a:r>
              <a:rPr lang="en-IN" dirty="0" err="1"/>
              <a:t>arr</a:t>
            </a:r>
            <a:r>
              <a:rPr lang="en-IN" dirty="0"/>
              <a:t>)]; // [1, 2, 3, 4]</a:t>
            </a:r>
          </a:p>
          <a:p>
            <a:r>
              <a:rPr lang="en-IN" dirty="0"/>
              <a:t>Grouping by a property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items = [</a:t>
            </a:r>
          </a:p>
          <a:p>
            <a:pPr lvl="1"/>
            <a:r>
              <a:rPr lang="en-IN" dirty="0"/>
              <a:t>{ category: "fruit", name: "apple" },</a:t>
            </a:r>
          </a:p>
          <a:p>
            <a:pPr lvl="1"/>
            <a:r>
              <a:rPr lang="en-IN" dirty="0"/>
              <a:t>{ category: "fruit", name: "banana" },</a:t>
            </a:r>
          </a:p>
          <a:p>
            <a:pPr lvl="1"/>
            <a:r>
              <a:rPr lang="en-IN" dirty="0"/>
              <a:t>{ category: "veg", name: "carrot" } ];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9CBC1-7E7A-F4C1-F3A6-090967FAB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1"/>
            <a:r>
              <a:rPr lang="en-US" dirty="0"/>
              <a:t>const grouped = </a:t>
            </a:r>
            <a:r>
              <a:rPr lang="en-US" dirty="0" err="1"/>
              <a:t>items.reduce</a:t>
            </a:r>
            <a:r>
              <a:rPr lang="en-US" dirty="0"/>
              <a:t>((acc, item) =&gt; {</a:t>
            </a:r>
          </a:p>
          <a:p>
            <a:pPr lvl="1"/>
            <a:r>
              <a:rPr lang="en-US" dirty="0"/>
              <a:t>const key = </a:t>
            </a:r>
            <a:r>
              <a:rPr lang="en-US" dirty="0" err="1"/>
              <a:t>item.category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if (!acc[key]) acc[key] = [];</a:t>
            </a:r>
          </a:p>
          <a:p>
            <a:pPr lvl="1"/>
            <a:r>
              <a:rPr lang="en-US" dirty="0"/>
              <a:t>acc[key].push(item);</a:t>
            </a:r>
          </a:p>
          <a:p>
            <a:pPr lvl="1"/>
            <a:r>
              <a:rPr lang="en-US" dirty="0"/>
              <a:t>return acc;</a:t>
            </a:r>
          </a:p>
          <a:p>
            <a:pPr lvl="1"/>
            <a:r>
              <a:rPr lang="en-US" dirty="0"/>
              <a:t>}, {}); // </a:t>
            </a:r>
            <a:r>
              <a:rPr lang="en-US" dirty="0" err="1"/>
              <a:t>grouped.fruit</a:t>
            </a:r>
            <a:r>
              <a:rPr lang="en-US" dirty="0"/>
              <a:t> → [{</a:t>
            </a:r>
            <a:r>
              <a:rPr lang="en-US" dirty="0" err="1"/>
              <a:t>category:"fruit</a:t>
            </a:r>
            <a:r>
              <a:rPr lang="en-US" dirty="0"/>
              <a:t>", </a:t>
            </a:r>
            <a:r>
              <a:rPr lang="en-US" dirty="0" err="1"/>
              <a:t>name:"apple</a:t>
            </a:r>
            <a:r>
              <a:rPr lang="en-US" dirty="0"/>
              <a:t>"}, ...]</a:t>
            </a:r>
          </a:p>
          <a:p>
            <a:r>
              <a:rPr lang="en-US" dirty="0"/>
              <a:t>18. Array-like objects</a:t>
            </a:r>
          </a:p>
          <a:p>
            <a:r>
              <a:rPr lang="en-US" dirty="0"/>
              <a:t>Some objects behave like arrays (have length and numeric keys) but are not real arrays,</a:t>
            </a:r>
          </a:p>
          <a:p>
            <a:r>
              <a:rPr lang="en-US" dirty="0"/>
              <a:t>e.g., arguments in functions, </a:t>
            </a:r>
            <a:r>
              <a:rPr lang="en-US" dirty="0" err="1"/>
              <a:t>NodeList</a:t>
            </a:r>
            <a:r>
              <a:rPr lang="en-US" dirty="0"/>
              <a:t> from DOM.</a:t>
            </a:r>
          </a:p>
          <a:p>
            <a:r>
              <a:rPr lang="en-US" dirty="0"/>
              <a:t>You can convert them:</a:t>
            </a:r>
          </a:p>
          <a:p>
            <a:pPr lvl="1"/>
            <a:r>
              <a:rPr lang="en-US" dirty="0"/>
              <a:t>// from an array-like to a real array</a:t>
            </a:r>
          </a:p>
          <a:p>
            <a:pPr lvl="1"/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Array.from</a:t>
            </a:r>
            <a:r>
              <a:rPr lang="en-US" dirty="0"/>
              <a:t>(</a:t>
            </a:r>
            <a:r>
              <a:rPr lang="en-US" dirty="0" err="1"/>
              <a:t>arrayLike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// or</a:t>
            </a:r>
          </a:p>
          <a:p>
            <a:pPr lvl="1"/>
            <a:r>
              <a:rPr lang="en-US" dirty="0"/>
              <a:t>const arr2 = [...</a:t>
            </a:r>
            <a:r>
              <a:rPr lang="en-US" dirty="0" err="1"/>
              <a:t>arrayLike</a:t>
            </a:r>
            <a:r>
              <a:rPr lang="en-US" dirty="0"/>
              <a:t>];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2ECB-B8EA-49BE-AA59-B2CC15C5D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2916" indent="0">
              <a:buNone/>
            </a:pPr>
            <a:r>
              <a:rPr lang="en-US" dirty="0"/>
              <a:t>19. Performance and practical notes</a:t>
            </a:r>
          </a:p>
          <a:p>
            <a:pPr lvl="1"/>
            <a:r>
              <a:rPr lang="en-US" dirty="0"/>
              <a:t>Access by index is fast: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</a:p>
          <a:p>
            <a:pPr lvl="1"/>
            <a:r>
              <a:rPr lang="en-US" dirty="0"/>
              <a:t>Adding/removing from the end (push/pop) is generally faster than from the beginning (unshift/shift).</a:t>
            </a:r>
          </a:p>
          <a:p>
            <a:pPr lvl="1"/>
            <a:r>
              <a:rPr lang="en-US" dirty="0"/>
              <a:t>For large arrays, avoid unnecessary copying; use references when mutation is intentional and safe.</a:t>
            </a:r>
          </a:p>
          <a:p>
            <a:pPr lvl="1"/>
            <a:r>
              <a:rPr lang="en-US" dirty="0"/>
              <a:t>For functional patterns (common in React), prefer map, filter, reduce, and spread over direct mutation when deriving new state.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2916"/>
            <a:r>
              <a:rPr lang="en-US" dirty="0"/>
              <a:t>20. Common mistakes to avoid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1BFA6-1E8A-7103-4691-14F8A875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Confusing slice (non-mutating) with splice (mutating).</a:t>
            </a:r>
          </a:p>
          <a:p>
            <a:r>
              <a:rPr lang="en-US" dirty="0"/>
              <a:t>Forgetting that sort without a compare function sorts as strings.</a:t>
            </a:r>
          </a:p>
          <a:p>
            <a:r>
              <a:rPr lang="en-US" dirty="0"/>
              <a:t>Assuming const </a:t>
            </a:r>
            <a:r>
              <a:rPr lang="en-US" dirty="0" err="1"/>
              <a:t>arr</a:t>
            </a:r>
            <a:r>
              <a:rPr lang="en-US" dirty="0"/>
              <a:t> = [...] makes the array immutable (it doesn’t; only reassignment is blocked).</a:t>
            </a:r>
          </a:p>
          <a:p>
            <a:r>
              <a:rPr lang="en-US" dirty="0"/>
              <a:t>Using delete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to remove elements (creates empty slots; use splice instead).</a:t>
            </a:r>
          </a:p>
          <a:p>
            <a:r>
              <a:rPr lang="en-US" dirty="0"/>
              <a:t>Mutating arrays that are used as state in React directly (instead, create new arrays).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1580</Words>
  <Application>Microsoft Office PowerPoint</Application>
  <PresentationFormat>Widescreen</PresentationFormat>
  <Paragraphs>190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Sans</vt:lpstr>
      <vt:lpstr>Quicksand</vt:lpstr>
      <vt:lpstr>ABC Final Theme</vt:lpstr>
      <vt:lpstr>JavaScript Arrays</vt:lpstr>
      <vt:lpstr>JavaScript Arrays</vt:lpstr>
      <vt:lpstr>Accessing &amp; Updating</vt:lpstr>
      <vt:lpstr>Length &amp; Modification</vt:lpstr>
      <vt:lpstr>Copying &amp; Looping</vt:lpstr>
      <vt:lpstr>Searching</vt:lpstr>
      <vt:lpstr>Transforming Arrays</vt:lpstr>
      <vt:lpstr>10. Checking conditions</vt:lpstr>
      <vt:lpstr>PowerPoint Presentation</vt:lpstr>
      <vt:lpstr>reverse</vt:lpstr>
      <vt:lpstr>PowerPoint Presentation</vt:lpstr>
      <vt:lpstr>14. Destructuring arrays *****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20. Common mistakes to avoid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9</cp:revision>
  <dcterms:created xsi:type="dcterms:W3CDTF">2013-01-27T09:14:16Z</dcterms:created>
  <dcterms:modified xsi:type="dcterms:W3CDTF">2026-07-24T04:49:54Z</dcterms:modified>
  <cp:category/>
</cp:coreProperties>
</file>